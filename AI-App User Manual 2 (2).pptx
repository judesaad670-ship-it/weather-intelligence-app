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jDwFps94wXK/VCoj9hY0cWjJfs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Preworks course home assignments</a:t>
            </a: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E:\Ammara\Clevered\brochure\00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497948" y="-2705652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-7584" y="824376"/>
            <a:ext cx="5976664" cy="1360005"/>
          </a:xfrm>
          <a:prstGeom prst="rect">
            <a:avLst/>
          </a:prstGeom>
          <a:solidFill>
            <a:srgbClr val="F1EDA5"/>
          </a:solidFill>
          <a:ln w="25400" cap="flat" cmpd="sng">
            <a:solidFill>
              <a:srgbClr val="F1ED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4500562" y="6000768"/>
            <a:ext cx="4572032" cy="785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IN" dirty="0">
                <a:solidFill>
                  <a:schemeClr val="lt1"/>
                </a:solidFill>
              </a:rPr>
              <a:t>Author: </a:t>
            </a:r>
            <a:r>
              <a:rPr lang="en-US" dirty="0">
                <a:solidFill>
                  <a:schemeClr val="lt1"/>
                </a:solidFill>
              </a:rPr>
              <a:t>Jude Saad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-905452" y="71435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Weather Intelligence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" descr="E:\Ammara\Clevered\brochure\00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490242" y="-2705652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/>
          <p:nvPr/>
        </p:nvSpPr>
        <p:spPr>
          <a:xfrm>
            <a:off x="1835696" y="404664"/>
            <a:ext cx="5256584" cy="936104"/>
          </a:xfrm>
          <a:prstGeom prst="rect">
            <a:avLst/>
          </a:prstGeom>
          <a:solidFill>
            <a:srgbClr val="F1EDA5"/>
          </a:solidFill>
          <a:ln w="25400" cap="flat" cmpd="sng">
            <a:solidFill>
              <a:srgbClr val="F1ED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Table of Contents</a:t>
            </a:r>
            <a:endParaRPr/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457200" y="207167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dirty="0">
                <a:solidFill>
                  <a:schemeClr val="lt1"/>
                </a:solidFill>
              </a:rPr>
              <a:t>Acknowledgments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dirty="0">
                <a:solidFill>
                  <a:schemeClr val="lt1"/>
                </a:solidFill>
              </a:rPr>
              <a:t>About me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dirty="0">
                <a:solidFill>
                  <a:schemeClr val="lt1"/>
                </a:solidFill>
              </a:rPr>
              <a:t>About my internship journey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dirty="0">
                <a:solidFill>
                  <a:schemeClr val="lt1"/>
                </a:solidFill>
              </a:rPr>
              <a:t>About the app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dirty="0">
                <a:solidFill>
                  <a:schemeClr val="lt1"/>
                </a:solidFill>
              </a:rPr>
              <a:t>How to use the app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dirty="0">
                <a:solidFill>
                  <a:schemeClr val="lt1"/>
                </a:solidFill>
              </a:rPr>
              <a:t>Contact information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 descr="E:\Ammara\Clevered\brochure\00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490242" y="-2705652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1835696" y="404664"/>
            <a:ext cx="5256584" cy="936104"/>
          </a:xfrm>
          <a:prstGeom prst="rect">
            <a:avLst/>
          </a:prstGeom>
          <a:solidFill>
            <a:srgbClr val="F1EDA5"/>
          </a:solidFill>
          <a:ln w="25400" cap="flat" cmpd="sng">
            <a:solidFill>
              <a:srgbClr val="F1ED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Acknowledgements</a:t>
            </a:r>
            <a:endParaRPr/>
          </a:p>
        </p:txBody>
      </p:sp>
      <p:sp>
        <p:nvSpPr>
          <p:cNvPr id="104" name="Google Shape;104;p3"/>
          <p:cNvSpPr txBox="1">
            <a:spLocks noGrp="1"/>
          </p:cNvSpPr>
          <p:nvPr>
            <p:ph type="body" idx="1"/>
          </p:nvPr>
        </p:nvSpPr>
        <p:spPr>
          <a:xfrm>
            <a:off x="145270" y="169227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spcBef>
                <a:spcPts val="0"/>
              </a:spcBef>
              <a:buClr>
                <a:schemeClr val="lt1"/>
              </a:buClr>
              <a:buSzPts val="3200"/>
            </a:pPr>
            <a:r>
              <a:rPr lang="en-US" b="0" i="0" dirty="0">
                <a:solidFill>
                  <a:srgbClr val="E0E0E0"/>
                </a:solidFill>
                <a:effectLst/>
                <a:latin typeface=".SFUI-Regular"/>
              </a:rPr>
              <a:t>I want to express my deepest gratitude to Mr.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.SFUI-Regular"/>
              </a:rPr>
              <a:t>Avishek</a:t>
            </a:r>
            <a:r>
              <a:rPr lang="en-US" b="0" i="0" dirty="0">
                <a:solidFill>
                  <a:srgbClr val="E0E0E0"/>
                </a:solidFill>
                <a:effectLst/>
                <a:latin typeface=".SFUI-Regular"/>
              </a:rPr>
              <a:t> for helping me build this project and to my parents for giving me this incredible opportunity. I am also thankful to Mr. Ken, my mentors, group members, friends, and the online resources that guided me through every step of this app development journey</a:t>
            </a:r>
            <a:endParaRPr lang="en-US" dirty="0">
              <a:solidFill>
                <a:srgbClr val="E0E0E0"/>
              </a:solidFill>
              <a:effectLst/>
              <a:latin typeface=".AppleSystemUIFont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4" descr="E:\Ammara\Clevered\brochure\00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464449" y="-2805045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1835696" y="404664"/>
            <a:ext cx="5256584" cy="936104"/>
          </a:xfrm>
          <a:prstGeom prst="rect">
            <a:avLst/>
          </a:prstGeom>
          <a:solidFill>
            <a:srgbClr val="F1EDA5"/>
          </a:solidFill>
          <a:ln w="25400" cap="flat" cmpd="sng">
            <a:solidFill>
              <a:srgbClr val="F1ED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/>
              <a:t>About Me..</a:t>
            </a:r>
            <a:endParaRPr dirty="0"/>
          </a:p>
        </p:txBody>
      </p:sp>
      <p:sp>
        <p:nvSpPr>
          <p:cNvPr id="113" name="Google Shape;113;p4"/>
          <p:cNvSpPr txBox="1"/>
          <p:nvPr/>
        </p:nvSpPr>
        <p:spPr>
          <a:xfrm>
            <a:off x="5027811" y="1874837"/>
            <a:ext cx="368617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342900" indent="-34290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4000" dirty="0"/>
              <a:t>I’m a 17-year-old student living in Dubai with a strong interest in Data Science and AI Engineering. I’m especially interested in how AI and data can be integrated into different industries to improve processes, solve real-world problems, and make work more efficient. I’m excited to continue developing my technical skills and explore how AI can create an impact across different fields.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endParaRPr sz="3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D658D-B554-BD5F-F6C6-04F7D2620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</a:t>
            </a:r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7E590B-F89D-0099-5AAC-AAECE4AE0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84" y="1600646"/>
            <a:ext cx="3382901" cy="35657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" descr="E:\Ammara\Clevered\brochure\00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489432" y="-2805045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755576" y="404553"/>
            <a:ext cx="7632848" cy="936104"/>
          </a:xfrm>
          <a:prstGeom prst="rect">
            <a:avLst/>
          </a:prstGeom>
          <a:solidFill>
            <a:srgbClr val="F1EDA5"/>
          </a:solidFill>
          <a:ln w="25400" cap="flat" cmpd="sng">
            <a:solidFill>
              <a:srgbClr val="F1ED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>
            <a:spLocks noGrp="1"/>
          </p:cNvSpPr>
          <p:nvPr>
            <p:ph type="title"/>
          </p:nvPr>
        </p:nvSpPr>
        <p:spPr>
          <a:xfrm>
            <a:off x="755575" y="481550"/>
            <a:ext cx="79311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IN" sz="3759"/>
              <a:t>About My Internship Journey with Clevered..</a:t>
            </a:r>
            <a:endParaRPr sz="3759"/>
          </a:p>
        </p:txBody>
      </p:sp>
      <p:sp>
        <p:nvSpPr>
          <p:cNvPr id="123" name="Google Shape;123;p5"/>
          <p:cNvSpPr txBox="1"/>
          <p:nvPr/>
        </p:nvSpPr>
        <p:spPr>
          <a:xfrm>
            <a:off x="1771316" y="1797900"/>
            <a:ext cx="491654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42900" indent="-34290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4000" dirty="0"/>
              <a:t>I had a great experience with </a:t>
            </a:r>
            <a:r>
              <a:rPr lang="en-US" sz="4000" dirty="0" err="1"/>
              <a:t>Clevered</a:t>
            </a:r>
            <a:r>
              <a:rPr lang="en-US" sz="4000" dirty="0"/>
              <a:t>, where I learned many new things and developed my skills in AI and data science. I also had the opportunity to apply what I learned by creating a meaningful and successful project.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endParaRPr sz="3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6" descr="E:\Ammara\Clevered\brochure\00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489432" y="-2805045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/>
          <p:nvPr/>
        </p:nvSpPr>
        <p:spPr>
          <a:xfrm>
            <a:off x="1835696" y="404664"/>
            <a:ext cx="5256584" cy="936104"/>
          </a:xfrm>
          <a:prstGeom prst="rect">
            <a:avLst/>
          </a:prstGeom>
          <a:solidFill>
            <a:srgbClr val="F1EDA5"/>
          </a:solidFill>
          <a:ln w="25400" cap="flat" cmpd="sng">
            <a:solidFill>
              <a:srgbClr val="F1ED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About App..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5029232" y="1571612"/>
            <a:ext cx="368617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342900" indent="-342900"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 sz="4000" b="0" i="0" dirty="0">
                <a:solidFill>
                  <a:srgbClr val="E0E0E0"/>
                </a:solidFill>
                <a:effectLst/>
                <a:latin typeface=".SFUI-Regular"/>
              </a:rPr>
              <a:t>It’s a weather web app that lets you search for any city globally to check live conditions and weekly forecasts. It gives you a quick snapshot of key metrics like temperature, humidity, and wind speed, alongside interactive charts that make it easy to track weather trends over the week.</a:t>
            </a:r>
            <a:endParaRPr lang="en-US" sz="4000" dirty="0">
              <a:solidFill>
                <a:srgbClr val="E0E0E0"/>
              </a:solidFill>
              <a:effectLst/>
              <a:latin typeface=".AppleSystemUIFont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endParaRPr sz="3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F87838-D4F7-AF8B-CC75-45293A45F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2218" y="1425672"/>
            <a:ext cx="5258797" cy="2796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85F2CB-0D73-B435-29DA-F6E839EBBC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068" r="2380"/>
          <a:stretch>
            <a:fillRect/>
          </a:stretch>
        </p:blipFill>
        <p:spPr>
          <a:xfrm>
            <a:off x="-252218" y="4154824"/>
            <a:ext cx="5281450" cy="2315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7" descr="E:\Ammara\Clevered\brochure\00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489432" y="-2805045"/>
            <a:ext cx="6957392" cy="123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/>
          <p:nvPr/>
        </p:nvSpPr>
        <p:spPr>
          <a:xfrm>
            <a:off x="1691680" y="2780928"/>
            <a:ext cx="5760640" cy="936104"/>
          </a:xfrm>
          <a:prstGeom prst="rect">
            <a:avLst/>
          </a:prstGeom>
          <a:solidFill>
            <a:srgbClr val="F1EDA5"/>
          </a:solidFill>
          <a:ln w="25400" cap="flat" cmpd="sng">
            <a:solidFill>
              <a:srgbClr val="F1ED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457200" y="264318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How do I use the App?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8" descr="E:\Ammara\Clevered\brochure\00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489432" y="-2805045"/>
            <a:ext cx="6957392" cy="12368697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5" name="Google Shape;145;p8"/>
          <p:cNvSpPr/>
          <p:nvPr/>
        </p:nvSpPr>
        <p:spPr>
          <a:xfrm>
            <a:off x="611560" y="140358"/>
            <a:ext cx="7920880" cy="1290871"/>
          </a:xfrm>
          <a:prstGeom prst="rect">
            <a:avLst/>
          </a:prstGeom>
          <a:solidFill>
            <a:srgbClr val="F1EDA5"/>
          </a:solidFill>
          <a:ln w="25400" cap="flat" cmpd="sng">
            <a:solidFill>
              <a:srgbClr val="F1ED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2962"/>
              <a:buFont typeface="Calibri"/>
              <a:buNone/>
            </a:pPr>
            <a:r>
              <a:rPr lang="en-IN" dirty="0"/>
              <a:t>Option Name</a:t>
            </a:r>
            <a:r>
              <a:rPr lang="en-IN" sz="2700" dirty="0"/>
              <a:t>(This will be repeated for each option of the App)</a:t>
            </a:r>
            <a:endParaRPr sz="2700" dirty="0"/>
          </a:p>
        </p:txBody>
      </p:sp>
      <p:sp>
        <p:nvSpPr>
          <p:cNvPr id="148" name="Google Shape;148;p8"/>
          <p:cNvSpPr txBox="1"/>
          <p:nvPr/>
        </p:nvSpPr>
        <p:spPr>
          <a:xfrm>
            <a:off x="5100670" y="1546243"/>
            <a:ext cx="375761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lt1"/>
                </a:solidFill>
                <a:latin typeface="Calibri"/>
                <a:sym typeface="Calibri"/>
              </a:rPr>
              <a:t>Using the app is very simple since all you have to do is type in the city’s name which you’re interested in.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31B0C3-BC83-AB8F-F57D-9FECFE8C1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3874" y="1727577"/>
            <a:ext cx="7260827" cy="15536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9" descr="E:\Ammara\Clevered\brochure\00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489432" y="-2805045"/>
            <a:ext cx="6957392" cy="12368697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4" name="Google Shape;154;p9"/>
          <p:cNvSpPr/>
          <p:nvPr/>
        </p:nvSpPr>
        <p:spPr>
          <a:xfrm>
            <a:off x="1871700" y="200702"/>
            <a:ext cx="5400600" cy="1290871"/>
          </a:xfrm>
          <a:prstGeom prst="rect">
            <a:avLst/>
          </a:prstGeom>
          <a:solidFill>
            <a:srgbClr val="F1EDA5"/>
          </a:solidFill>
          <a:ln w="25400" cap="flat" cmpd="sng">
            <a:solidFill>
              <a:srgbClr val="F1ED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Contact Person</a:t>
            </a:r>
            <a:endParaRPr/>
          </a:p>
        </p:txBody>
      </p:sp>
      <p:sp>
        <p:nvSpPr>
          <p:cNvPr id="156" name="Google Shape;156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dirty="0">
                <a:solidFill>
                  <a:schemeClr val="lt1"/>
                </a:solidFill>
              </a:rPr>
              <a:t>Gmail: </a:t>
            </a:r>
            <a:r>
              <a:rPr lang="en-US" dirty="0" err="1">
                <a:solidFill>
                  <a:schemeClr val="lt1"/>
                </a:solidFill>
              </a:rPr>
              <a:t>judesaad670@gmail.com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0" descr="E:\Ammara\Clevered\brochure\00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489432" y="-2805045"/>
            <a:ext cx="6957392" cy="12368697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2" name="Google Shape;162;p10"/>
          <p:cNvSpPr txBox="1">
            <a:spLocks noGrp="1"/>
          </p:cNvSpPr>
          <p:nvPr>
            <p:ph type="title"/>
          </p:nvPr>
        </p:nvSpPr>
        <p:spPr>
          <a:xfrm>
            <a:off x="2442592" y="2807803"/>
            <a:ext cx="4258816" cy="1143000"/>
          </a:xfrm>
          <a:prstGeom prst="rect">
            <a:avLst/>
          </a:prstGeom>
          <a:solidFill>
            <a:srgbClr val="F1EDA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Weather Intelligence</vt:lpstr>
      <vt:lpstr>Table of Contents</vt:lpstr>
      <vt:lpstr>Acknowledgements</vt:lpstr>
      <vt:lpstr>About Me..</vt:lpstr>
      <vt:lpstr>About My Internship Journey with Clevered..</vt:lpstr>
      <vt:lpstr>About App..</vt:lpstr>
      <vt:lpstr>How do I use the App?</vt:lpstr>
      <vt:lpstr>Option Name(This will be repeated for each option of the App)</vt:lpstr>
      <vt:lpstr>Contact Person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prediction app</dc:title>
  <dc:creator>Smita</dc:creator>
  <cp:lastModifiedBy>jude saad</cp:lastModifiedBy>
  <cp:revision>2</cp:revision>
  <dcterms:created xsi:type="dcterms:W3CDTF">2021-09-17T13:31:27Z</dcterms:created>
  <dcterms:modified xsi:type="dcterms:W3CDTF">2026-08-26T15:59:25Z</dcterms:modified>
</cp:coreProperties>
</file>